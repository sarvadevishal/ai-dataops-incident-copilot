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400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4008"/>
            <a:ext cx="411480" cy="6793992"/>
          </a:xfrm>
          <a:prstGeom prst="rect">
            <a:avLst/>
          </a:prstGeom>
          <a:solidFill>
            <a:srgbClr val="0C2233"/>
          </a:solidFill>
          <a:ln w="12700">
            <a:solidFill>
              <a:srgbClr val="0C22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685800"/>
            <a:ext cx="11155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DataOps Incident Copilot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94360" y="196596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Turning hours of incident triage into seconds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2286000" y="2578608"/>
            <a:ext cx="7589520" cy="0"/>
          </a:xfrm>
          <a:prstGeom prst="line">
            <a:avLst/>
          </a:prstGeom>
          <a:noFill/>
          <a:ln w="19050">
            <a:solidFill>
              <a:srgbClr val="33415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80360" y="2880360"/>
            <a:ext cx="6355080" cy="23774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304800" dist="76200" dir="8100000">
              <a:srgbClr val="000000">
                <a:alpha val="4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880360" y="2880360"/>
            <a:ext cx="73152" cy="237744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08960" y="2999232"/>
            <a:ext cx="5943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0" kern="0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BUILDER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108960" y="3291840"/>
            <a:ext cx="5943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Vishal Kumar Sarvade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3108960" y="3950208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Engineer  ·  AI Builder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108960" y="4334256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sarvade1.vishalkumar@gmail.com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94360" y="544068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spc="5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WITH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103120" y="5760720"/>
            <a:ext cx="2286000" cy="530352"/>
          </a:xfrm>
          <a:prstGeom prst="rect">
            <a:avLst/>
          </a:prstGeom>
          <a:solidFill>
            <a:srgbClr val="38BDF8">
              <a:alpha val="16000"/>
            </a:srgbClr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103120" y="5760720"/>
            <a:ext cx="2286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Z.AI  GLM-5.1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983480" y="5760720"/>
            <a:ext cx="2286000" cy="530352"/>
          </a:xfrm>
          <a:prstGeom prst="rect">
            <a:avLst/>
          </a:prstGeom>
          <a:solidFill>
            <a:srgbClr val="818CF8">
              <a:alpha val="16000"/>
            </a:srgbClr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83480" y="5760720"/>
            <a:ext cx="2286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Butterbase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7863840" y="5760720"/>
            <a:ext cx="2286000" cy="530352"/>
          </a:xfrm>
          <a:prstGeom prst="rect">
            <a:avLst/>
          </a:prstGeom>
          <a:solidFill>
            <a:srgbClr val="10B981">
              <a:alpha val="16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863840" y="5760720"/>
            <a:ext cx="2286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Vite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0" y="6793992"/>
            <a:ext cx="12161520" cy="6400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400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112471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 is Expensive.  The Fix is Instant.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47120" cy="621792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143000"/>
            <a:ext cx="64008" cy="62179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143000"/>
            <a:ext cx="594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371600" y="1143000"/>
            <a:ext cx="10149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ETL failure costs your team 2–4 hours of manual incident triage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1892808"/>
            <a:ext cx="11247120" cy="621792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892808"/>
            <a:ext cx="64008" cy="621792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92808"/>
            <a:ext cx="594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371600" y="1892808"/>
            <a:ext cx="10149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any raw error log → RCA, SQL fix, Jira ticket &amp; customer update — one click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57200" y="2642616"/>
            <a:ext cx="11247120" cy="621792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642616"/>
            <a:ext cx="64008" cy="62179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642616"/>
            <a:ext cx="594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371600" y="2642616"/>
            <a:ext cx="10149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audit log — every incident is searchable, restorable, and never lost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57200" y="3456432"/>
            <a:ext cx="5394960" cy="1481328"/>
          </a:xfrm>
          <a:prstGeom prst="rect">
            <a:avLst/>
          </a:prstGeom>
          <a:solidFill>
            <a:srgbClr val="2D1010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547872"/>
            <a:ext cx="5394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" y="393192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CA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Manual work  ·  2-4 hours per incident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CA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5+ disconnected tools  ·  no audit trail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CA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Inconsistent, error-prone output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897880" y="3456432"/>
            <a:ext cx="6400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800" dirty="0"/>
          </a:p>
        </p:txBody>
      </p:sp>
      <p:sp>
        <p:nvSpPr>
          <p:cNvPr id="20" name="Shape 18"/>
          <p:cNvSpPr/>
          <p:nvPr/>
        </p:nvSpPr>
        <p:spPr>
          <a:xfrm>
            <a:off x="6583680" y="3456432"/>
            <a:ext cx="5120640" cy="1481328"/>
          </a:xfrm>
          <a:prstGeom prst="rect">
            <a:avLst/>
          </a:prstGeom>
          <a:solidFill>
            <a:srgbClr val="0D2B1E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0" y="3547872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766560" y="393192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AI-powered  ·  Seconds, not hours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One platform  ·  Searchable audit log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11 outputs generated  ·  Zero manual effort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94360" y="5120640"/>
            <a:ext cx="3200400" cy="1417320"/>
          </a:xfrm>
          <a:prstGeom prst="rect">
            <a:avLst/>
          </a:prstGeom>
          <a:solidFill>
            <a:srgbClr val="1E293B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94360" y="5166360"/>
            <a:ext cx="3200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4600" dirty="0"/>
          </a:p>
        </p:txBody>
      </p:sp>
      <p:sp>
        <p:nvSpPr>
          <p:cNvPr id="25" name="Text 23"/>
          <p:cNvSpPr/>
          <p:nvPr/>
        </p:nvSpPr>
        <p:spPr>
          <a:xfrm>
            <a:off x="594360" y="59436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 Per Analysis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297680" y="5120640"/>
            <a:ext cx="3200400" cy="1417320"/>
          </a:xfrm>
          <a:prstGeom prst="rect">
            <a:avLst/>
          </a:prstGeom>
          <a:solidFill>
            <a:srgbClr val="1E293B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297680" y="5166360"/>
            <a:ext cx="3200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60s</a:t>
            </a:r>
            <a:endParaRPr lang="en-US" sz="4600" dirty="0"/>
          </a:p>
        </p:txBody>
      </p:sp>
      <p:sp>
        <p:nvSpPr>
          <p:cNvPr id="28" name="Text 26"/>
          <p:cNvSpPr/>
          <p:nvPr/>
        </p:nvSpPr>
        <p:spPr>
          <a:xfrm>
            <a:off x="4297680" y="59436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to Full Package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8001000" y="5120640"/>
            <a:ext cx="3200400" cy="1417320"/>
          </a:xfrm>
          <a:prstGeom prst="rect">
            <a:avLst/>
          </a:prstGeom>
          <a:solidFill>
            <a:srgbClr val="1E293B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001000" y="5166360"/>
            <a:ext cx="3200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</a:t>
            </a:r>
            <a:endParaRPr lang="en-US" sz="4600" dirty="0"/>
          </a:p>
        </p:txBody>
      </p:sp>
      <p:sp>
        <p:nvSpPr>
          <p:cNvPr id="31" name="Text 29"/>
          <p:cNvSpPr/>
          <p:nvPr/>
        </p:nvSpPr>
        <p:spPr>
          <a:xfrm>
            <a:off x="8001000" y="59436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Effort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0" y="6793992"/>
            <a:ext cx="12161520" cy="6400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400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7132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It Live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ai-dataops-incident-copilot.butterbase.dev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389888"/>
            <a:ext cx="7223760" cy="3931920"/>
          </a:xfrm>
          <a:prstGeom prst="rect">
            <a:avLst/>
          </a:prstGeom>
          <a:solidFill>
            <a:srgbClr val="1E293B"/>
          </a:solidFill>
          <a:ln w="25400">
            <a:solidFill>
              <a:srgbClr val="38BDF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2011680"/>
            <a:ext cx="7223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7200" dirty="0"/>
          </a:p>
        </p:txBody>
      </p:sp>
      <p:sp>
        <p:nvSpPr>
          <p:cNvPr id="7" name="Text 5"/>
          <p:cNvSpPr/>
          <p:nvPr/>
        </p:nvSpPr>
        <p:spPr>
          <a:xfrm>
            <a:off x="457200" y="3566160"/>
            <a:ext cx="7223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VIDEO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57200" y="3977640"/>
            <a:ext cx="7223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youtu.be/l8k16AjH5sE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955280" y="1417320"/>
            <a:ext cx="379476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46720" y="1417320"/>
            <a:ext cx="365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8430768" y="141732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error log → 11-part incident package in seconds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955280" y="2404872"/>
            <a:ext cx="379476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46720" y="2404872"/>
            <a:ext cx="365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8430768" y="2404872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audit log — every analysis stored &amp; searchable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955280" y="3392424"/>
            <a:ext cx="379476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46720" y="3392424"/>
            <a:ext cx="365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8430768" y="3392424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 live on Butterbase — zero DevOps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0" y="6793992"/>
            <a:ext cx="12161520" cy="6400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55280" y="4434840"/>
            <a:ext cx="1828800" cy="1828800"/>
          </a:xfrm>
          <a:prstGeom prst="rect">
            <a:avLst/>
          </a:prstGeom>
          <a:solidFill>
            <a:srgbClr val="1E293B"/>
          </a:solidFill>
          <a:ln w="12700">
            <a:solidFill>
              <a:srgbClr val="38BDF8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4480560"/>
            <a:ext cx="1682496" cy="1682496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7955280" y="629107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to try live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9921240" y="4434840"/>
            <a:ext cx="1828800" cy="1828800"/>
          </a:xfrm>
          <a:prstGeom prst="rect">
            <a:avLst/>
          </a:prstGeom>
          <a:solidFill>
            <a:srgbClr val="38BDF8">
              <a:alpha val="15000"/>
            </a:srgbClr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921240" y="461772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now →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9921240" y="502920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ai-dataops-incident-copilot.butterbase.dev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DataOps Incident Copilot</dc:title>
  <dc:subject>PptxGenJS Presentation</dc:subject>
  <dc:creator>Vishal Kumar Sarvade</dc:creator>
  <cp:lastModifiedBy>Vishal Kumar Sarvade</cp:lastModifiedBy>
  <cp:revision>1</cp:revision>
  <dcterms:created xsi:type="dcterms:W3CDTF">2026-05-02T21:46:36Z</dcterms:created>
  <dcterms:modified xsi:type="dcterms:W3CDTF">2026-05-02T21:46:36Z</dcterms:modified>
</cp:coreProperties>
</file>