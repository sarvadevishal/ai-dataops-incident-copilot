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11480" cy="6793992"/>
          </a:xfrm>
          <a:prstGeom prst="rect">
            <a:avLst/>
          </a:prstGeom>
          <a:solidFill>
            <a:srgbClr val="0C2233"/>
          </a:solidFill>
          <a:ln w="12700">
            <a:solidFill>
              <a:srgbClr val="0C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85800"/>
            <a:ext cx="11155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DataOps Incident Copilot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hours of incident triage into seconds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2578608"/>
            <a:ext cx="75895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2880360"/>
            <a:ext cx="63550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304800" dist="76200" dir="81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80360" y="2880360"/>
            <a:ext cx="73152" cy="2377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999232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32918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Kumar Sarvade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08960" y="39502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 ·  AI Builder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08960" y="43342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sarvade1.vishalkumar@gmail.com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54406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5760720"/>
            <a:ext cx="2286000" cy="530352"/>
          </a:xfrm>
          <a:prstGeom prst="rect">
            <a:avLst/>
          </a:prstGeom>
          <a:solidFill>
            <a:srgbClr val="38BDF8">
              <a:alpha val="16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57607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Z.AI  GLM-5.1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83480" y="5760720"/>
            <a:ext cx="2286000" cy="530352"/>
          </a:xfrm>
          <a:prstGeom prst="rect">
            <a:avLst/>
          </a:prstGeom>
          <a:solidFill>
            <a:srgbClr val="818CF8">
              <a:alpha val="16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57607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Butterbase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63840" y="5760720"/>
            <a:ext cx="2286000" cy="530352"/>
          </a:xfrm>
          <a:prstGeom prst="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57607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247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Expensive.  The Fix is Instant.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ETL failure costs your team 2–4 hours of manual incident triage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112471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92808"/>
            <a:ext cx="64008" cy="6217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9280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189280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raw error log → RCA, SQL fix, Jira ticket &amp; customer update — one click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642616"/>
            <a:ext cx="112471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42616"/>
            <a:ext cx="6400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4261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64261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 — every incident is searchable, restorable, and never lost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5394960" cy="1481328"/>
          </a:xfrm>
          <a:prstGeom prst="rect">
            <a:avLst/>
          </a:prstGeom>
          <a:solidFill>
            <a:srgbClr val="2D10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478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work  ·  2-4 hours per incident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5+ disconnected tools  ·  no audit trail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Inconsistent, error-prone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97880" y="3456432"/>
            <a:ext cx="6400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6583680" y="3456432"/>
            <a:ext cx="5120640" cy="1481328"/>
          </a:xfrm>
          <a:prstGeom prst="rect">
            <a:avLst/>
          </a:prstGeom>
          <a:solidFill>
            <a:srgbClr val="0D2B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5478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3931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AI-powered  ·  Seconds, not hours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platform  ·  Searchable audit log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11 outputs generated  ·  Zero manual effort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120640"/>
            <a:ext cx="3200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16636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594360" y="5943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 Analysis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5120640"/>
            <a:ext cx="3200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516636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60s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4297680" y="5943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Full Package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01000" y="5120640"/>
            <a:ext cx="320040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516636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600" dirty="0"/>
          </a:p>
        </p:txBody>
      </p:sp>
      <p:sp>
        <p:nvSpPr>
          <p:cNvPr id="31" name="Text 29"/>
          <p:cNvSpPr/>
          <p:nvPr/>
        </p:nvSpPr>
        <p:spPr>
          <a:xfrm>
            <a:off x="8001000" y="5943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ai-dataops-incident-copilot.butterbase.dev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7223760" cy="393192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youtu.be/l8k16AjH5sE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417320"/>
            <a:ext cx="37947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41732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30768" y="1417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error log → 11-part incident package in seconds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404872"/>
            <a:ext cx="37947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404872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30768" y="24048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audit log — every analysis stored &amp; searchable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3392424"/>
            <a:ext cx="37947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3392424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30768" y="339242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live on Butterbase — zero DevOps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4434840"/>
            <a:ext cx="1828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480560"/>
            <a:ext cx="1682496" cy="16824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955280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try live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921240" y="4434840"/>
            <a:ext cx="1828800" cy="1828800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92124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 →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921240" y="5029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ai-dataops-incident-copilot.butterbase.dev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DataOps Incident Copilot</dc:title>
  <dc:subject>PptxGenJS Presentation</dc:subject>
  <dc:creator>Vishal Kumar Sarvade</dc:creator>
  <cp:lastModifiedBy>Vishal Kumar Sarvade</cp:lastModifiedBy>
  <cp:revision>1</cp:revision>
  <dcterms:created xsi:type="dcterms:W3CDTF">2026-05-02T21:48:57Z</dcterms:created>
  <dcterms:modified xsi:type="dcterms:W3CDTF">2026-05-02T21:48:57Z</dcterms:modified>
</cp:coreProperties>
</file>